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43205400" cx="324040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608">
          <p15:clr>
            <a:srgbClr val="A4A3A4"/>
          </p15:clr>
        </p15:guide>
        <p15:guide id="2" pos="10206">
          <p15:clr>
            <a:srgbClr val="A4A3A4"/>
          </p15:clr>
        </p15:guide>
      </p15:sldGuideLst>
    </p:ext>
    <p:ext uri="GoogleSlidesCustomDataVersion2">
      <go:slidesCustomData xmlns:go="http://customooxmlschemas.google.com/" r:id="rId7" roundtripDataSignature="AMtx7mgk3V0/Y7BXSttYE+TxngbkIX5i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608" orient="horz"/>
        <p:guide pos="10206"/>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showMasterSp="0" type="title">
  <p:cSld name="TITLE">
    <p:bg>
      <p:bgPr>
        <a:solidFill>
          <a:schemeClr val="lt1"/>
        </a:solidFill>
      </p:bgPr>
    </p:bg>
    <p:spTree>
      <p:nvGrpSpPr>
        <p:cNvPr id="11" name="Shape 11"/>
        <p:cNvGrpSpPr/>
        <p:nvPr/>
      </p:nvGrpSpPr>
      <p:grpSpPr>
        <a:xfrm>
          <a:off x="0" y="0"/>
          <a:ext cx="0" cy="0"/>
          <a:chOff x="0" y="0"/>
          <a:chExt cx="0" cy="0"/>
        </a:xfrm>
      </p:grpSpPr>
      <p:sp>
        <p:nvSpPr>
          <p:cNvPr id="12" name="Google Shape;12;p3"/>
          <p:cNvSpPr txBox="1"/>
          <p:nvPr>
            <p:ph type="ctrTitle"/>
          </p:nvPr>
        </p:nvSpPr>
        <p:spPr>
          <a:xfrm>
            <a:off x="2430304" y="13421680"/>
            <a:ext cx="27543443" cy="9261158"/>
          </a:xfrm>
          <a:prstGeom prst="rect">
            <a:avLst/>
          </a:prstGeom>
          <a:noFill/>
          <a:ln>
            <a:noFill/>
          </a:ln>
        </p:spPr>
        <p:txBody>
          <a:bodyPr anchorCtr="0" anchor="ctr" bIns="216025" lIns="432050" spcFirstLastPara="1" rIns="432050" wrap="square" tIns="216025">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
          <p:cNvSpPr txBox="1"/>
          <p:nvPr>
            <p:ph idx="1" type="subTitle"/>
          </p:nvPr>
        </p:nvSpPr>
        <p:spPr>
          <a:xfrm>
            <a:off x="4860608" y="24483060"/>
            <a:ext cx="22682835" cy="11041380"/>
          </a:xfrm>
          <a:prstGeom prst="rect">
            <a:avLst/>
          </a:prstGeom>
          <a:noFill/>
          <a:ln>
            <a:noFill/>
          </a:ln>
        </p:spPr>
        <p:txBody>
          <a:bodyPr anchorCtr="0" anchor="t" bIns="216025" lIns="432050" spcFirstLastPara="1" rIns="432050" wrap="square" tIns="216025">
            <a:normAutofit/>
          </a:bodyPr>
          <a:lstStyle>
            <a:lvl1pPr lvl="0" algn="ctr">
              <a:spcBef>
                <a:spcPts val="3020"/>
              </a:spcBef>
              <a:spcAft>
                <a:spcPts val="0"/>
              </a:spcAft>
              <a:buClr>
                <a:srgbClr val="888888"/>
              </a:buClr>
              <a:buSzPts val="15100"/>
              <a:buNone/>
              <a:defRPr>
                <a:solidFill>
                  <a:srgbClr val="888888"/>
                </a:solidFill>
              </a:defRPr>
            </a:lvl1pPr>
            <a:lvl2pPr lvl="1" algn="ctr">
              <a:spcBef>
                <a:spcPts val="2640"/>
              </a:spcBef>
              <a:spcAft>
                <a:spcPts val="0"/>
              </a:spcAft>
              <a:buClr>
                <a:srgbClr val="888888"/>
              </a:buClr>
              <a:buSzPts val="13200"/>
              <a:buNone/>
              <a:defRPr>
                <a:solidFill>
                  <a:srgbClr val="888888"/>
                </a:solidFill>
              </a:defRPr>
            </a:lvl2pPr>
            <a:lvl3pPr lvl="2" algn="ctr">
              <a:spcBef>
                <a:spcPts val="2260"/>
              </a:spcBef>
              <a:spcAft>
                <a:spcPts val="0"/>
              </a:spcAft>
              <a:buClr>
                <a:srgbClr val="888888"/>
              </a:buClr>
              <a:buSzPts val="11300"/>
              <a:buNone/>
              <a:defRPr>
                <a:solidFill>
                  <a:srgbClr val="888888"/>
                </a:solidFill>
              </a:defRPr>
            </a:lvl3pPr>
            <a:lvl4pPr lvl="3" algn="ctr">
              <a:spcBef>
                <a:spcPts val="1900"/>
              </a:spcBef>
              <a:spcAft>
                <a:spcPts val="0"/>
              </a:spcAft>
              <a:buClr>
                <a:srgbClr val="888888"/>
              </a:buClr>
              <a:buSzPts val="9500"/>
              <a:buNone/>
              <a:defRPr>
                <a:solidFill>
                  <a:srgbClr val="888888"/>
                </a:solidFill>
              </a:defRPr>
            </a:lvl4pPr>
            <a:lvl5pPr lvl="4" algn="ctr">
              <a:spcBef>
                <a:spcPts val="1900"/>
              </a:spcBef>
              <a:spcAft>
                <a:spcPts val="0"/>
              </a:spcAft>
              <a:buClr>
                <a:srgbClr val="888888"/>
              </a:buClr>
              <a:buSzPts val="9500"/>
              <a:buNone/>
              <a:defRPr>
                <a:solidFill>
                  <a:srgbClr val="888888"/>
                </a:solidFill>
              </a:defRPr>
            </a:lvl5pPr>
            <a:lvl6pPr lvl="5" algn="ctr">
              <a:spcBef>
                <a:spcPts val="1900"/>
              </a:spcBef>
              <a:spcAft>
                <a:spcPts val="0"/>
              </a:spcAft>
              <a:buClr>
                <a:srgbClr val="888888"/>
              </a:buClr>
              <a:buSzPts val="9500"/>
              <a:buNone/>
              <a:defRPr>
                <a:solidFill>
                  <a:srgbClr val="888888"/>
                </a:solidFill>
              </a:defRPr>
            </a:lvl6pPr>
            <a:lvl7pPr lvl="6" algn="ctr">
              <a:spcBef>
                <a:spcPts val="1900"/>
              </a:spcBef>
              <a:spcAft>
                <a:spcPts val="0"/>
              </a:spcAft>
              <a:buClr>
                <a:srgbClr val="888888"/>
              </a:buClr>
              <a:buSzPts val="9500"/>
              <a:buNone/>
              <a:defRPr>
                <a:solidFill>
                  <a:srgbClr val="888888"/>
                </a:solidFill>
              </a:defRPr>
            </a:lvl7pPr>
            <a:lvl8pPr lvl="7" algn="ctr">
              <a:spcBef>
                <a:spcPts val="1900"/>
              </a:spcBef>
              <a:spcAft>
                <a:spcPts val="0"/>
              </a:spcAft>
              <a:buClr>
                <a:srgbClr val="888888"/>
              </a:buClr>
              <a:buSzPts val="9500"/>
              <a:buNone/>
              <a:defRPr>
                <a:solidFill>
                  <a:srgbClr val="888888"/>
                </a:solidFill>
              </a:defRPr>
            </a:lvl8pPr>
            <a:lvl9pPr lvl="8" algn="ctr">
              <a:spcBef>
                <a:spcPts val="1900"/>
              </a:spcBef>
              <a:spcAft>
                <a:spcPts val="0"/>
              </a:spcAft>
              <a:buClr>
                <a:srgbClr val="888888"/>
              </a:buClr>
              <a:buSzPts val="9500"/>
              <a:buNone/>
              <a:defRPr>
                <a:solidFill>
                  <a:srgbClr val="888888"/>
                </a:solidFill>
              </a:defRPr>
            </a:lvl9pPr>
          </a:lstStyle>
          <a:p/>
        </p:txBody>
      </p:sp>
      <p:sp>
        <p:nvSpPr>
          <p:cNvPr id="14" name="Google Shape;14;p3"/>
          <p:cNvSpPr txBox="1"/>
          <p:nvPr>
            <p:ph idx="10" type="dt"/>
          </p:nvPr>
        </p:nvSpPr>
        <p:spPr>
          <a:xfrm>
            <a:off x="1620203" y="40045008"/>
            <a:ext cx="7560945" cy="2300288"/>
          </a:xfrm>
          <a:prstGeom prst="rect">
            <a:avLst/>
          </a:prstGeom>
          <a:noFill/>
          <a:ln>
            <a:noFill/>
          </a:ln>
        </p:spPr>
        <p:txBody>
          <a:bodyPr anchorCtr="0" anchor="ctr" bIns="216025" lIns="432050" spcFirstLastPara="1" rIns="432050" wrap="square" tIns="21602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
          <p:cNvSpPr txBox="1"/>
          <p:nvPr>
            <p:ph idx="11" type="ftr"/>
          </p:nvPr>
        </p:nvSpPr>
        <p:spPr>
          <a:xfrm>
            <a:off x="11071384" y="40045008"/>
            <a:ext cx="10261283" cy="2300288"/>
          </a:xfrm>
          <a:prstGeom prst="rect">
            <a:avLst/>
          </a:prstGeom>
          <a:noFill/>
          <a:ln>
            <a:noFill/>
          </a:ln>
        </p:spPr>
        <p:txBody>
          <a:bodyPr anchorCtr="0" anchor="ctr" bIns="216025" lIns="432050" spcFirstLastPara="1" rIns="432050" wrap="square" tIns="21602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
          <p:cNvSpPr txBox="1"/>
          <p:nvPr>
            <p:ph idx="12" type="sldNum"/>
          </p:nvPr>
        </p:nvSpPr>
        <p:spPr>
          <a:xfrm>
            <a:off x="23222903" y="40045008"/>
            <a:ext cx="7560945" cy="2300288"/>
          </a:xfrm>
          <a:prstGeom prst="rect">
            <a:avLst/>
          </a:prstGeom>
          <a:noFill/>
          <a:ln>
            <a:noFill/>
          </a:ln>
        </p:spPr>
        <p:txBody>
          <a:bodyPr anchorCtr="0" anchor="ctr" bIns="216025" lIns="432050" spcFirstLastPara="1" rIns="432050" wrap="square" tIns="21602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F1DD">
            <a:alpha val="23921"/>
          </a:srgbClr>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620203" y="1730219"/>
            <a:ext cx="29163645" cy="7200900"/>
          </a:xfrm>
          <a:prstGeom prst="rect">
            <a:avLst/>
          </a:prstGeom>
          <a:noFill/>
          <a:ln>
            <a:noFill/>
          </a:ln>
        </p:spPr>
        <p:txBody>
          <a:bodyPr anchorCtr="0" anchor="ctr" bIns="216025" lIns="432050" spcFirstLastPara="1" rIns="432050" wrap="square" tIns="216025">
            <a:normAutofit/>
          </a:bodyPr>
          <a:lstStyle>
            <a:lvl1pPr lvl="0" marR="0" rtl="0" algn="ctr">
              <a:spcBef>
                <a:spcPts val="0"/>
              </a:spcBef>
              <a:spcAft>
                <a:spcPts val="0"/>
              </a:spcAft>
              <a:buClr>
                <a:schemeClr val="dk1"/>
              </a:buClr>
              <a:buSzPts val="20800"/>
              <a:buFont typeface="Calibri"/>
              <a:buNone/>
              <a:defRPr b="0" i="0" sz="208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
          <p:cNvSpPr txBox="1"/>
          <p:nvPr>
            <p:ph idx="1" type="body"/>
          </p:nvPr>
        </p:nvSpPr>
        <p:spPr>
          <a:xfrm>
            <a:off x="1620203" y="10081263"/>
            <a:ext cx="29163645" cy="28513567"/>
          </a:xfrm>
          <a:prstGeom prst="rect">
            <a:avLst/>
          </a:prstGeom>
          <a:noFill/>
          <a:ln>
            <a:noFill/>
          </a:ln>
        </p:spPr>
        <p:txBody>
          <a:bodyPr anchorCtr="0" anchor="t" bIns="216025" lIns="432050" spcFirstLastPara="1" rIns="432050" wrap="square" tIns="216025">
            <a:normAutofit/>
          </a:bodyPr>
          <a:lstStyle>
            <a:lvl1pPr indent="-1187450" lvl="0" marL="457200" marR="0" rtl="0" algn="l">
              <a:spcBef>
                <a:spcPts val="3020"/>
              </a:spcBef>
              <a:spcAft>
                <a:spcPts val="0"/>
              </a:spcAft>
              <a:buClr>
                <a:schemeClr val="dk1"/>
              </a:buClr>
              <a:buSzPts val="15100"/>
              <a:buFont typeface="Arial"/>
              <a:buChar char="•"/>
              <a:defRPr b="0" i="0" sz="15100" u="none" cap="none" strike="noStrike">
                <a:solidFill>
                  <a:schemeClr val="dk1"/>
                </a:solidFill>
                <a:latin typeface="Calibri"/>
                <a:ea typeface="Calibri"/>
                <a:cs typeface="Calibri"/>
                <a:sym typeface="Calibri"/>
              </a:defRPr>
            </a:lvl1pPr>
            <a:lvl2pPr indent="-1066800" lvl="1" marL="914400" marR="0" rtl="0" algn="l">
              <a:spcBef>
                <a:spcPts val="2640"/>
              </a:spcBef>
              <a:spcAft>
                <a:spcPts val="0"/>
              </a:spcAft>
              <a:buClr>
                <a:schemeClr val="dk1"/>
              </a:buClr>
              <a:buSzPts val="13200"/>
              <a:buFont typeface="Arial"/>
              <a:buChar char="–"/>
              <a:defRPr b="0" i="0" sz="13200" u="none" cap="none" strike="noStrike">
                <a:solidFill>
                  <a:schemeClr val="dk1"/>
                </a:solidFill>
                <a:latin typeface="Calibri"/>
                <a:ea typeface="Calibri"/>
                <a:cs typeface="Calibri"/>
                <a:sym typeface="Calibri"/>
              </a:defRPr>
            </a:lvl2pPr>
            <a:lvl3pPr indent="-946150" lvl="2" marL="1371600" marR="0" rtl="0" algn="l">
              <a:spcBef>
                <a:spcPts val="2260"/>
              </a:spcBef>
              <a:spcAft>
                <a:spcPts val="0"/>
              </a:spcAft>
              <a:buClr>
                <a:schemeClr val="dk1"/>
              </a:buClr>
              <a:buSzPts val="11300"/>
              <a:buFont typeface="Arial"/>
              <a:buChar char="•"/>
              <a:defRPr b="0" i="0" sz="11300" u="none" cap="none" strike="noStrike">
                <a:solidFill>
                  <a:schemeClr val="dk1"/>
                </a:solidFill>
                <a:latin typeface="Calibri"/>
                <a:ea typeface="Calibri"/>
                <a:cs typeface="Calibri"/>
                <a:sym typeface="Calibri"/>
              </a:defRPr>
            </a:lvl3pPr>
            <a:lvl4pPr indent="-831850" lvl="3" marL="1828800" marR="0" rtl="0" algn="l">
              <a:spcBef>
                <a:spcPts val="1900"/>
              </a:spcBef>
              <a:spcAft>
                <a:spcPts val="0"/>
              </a:spcAft>
              <a:buClr>
                <a:schemeClr val="dk1"/>
              </a:buClr>
              <a:buSzPts val="9500"/>
              <a:buFont typeface="Arial"/>
              <a:buChar char="–"/>
              <a:defRPr b="0" i="0" sz="9500" u="none" cap="none" strike="noStrike">
                <a:solidFill>
                  <a:schemeClr val="dk1"/>
                </a:solidFill>
                <a:latin typeface="Calibri"/>
                <a:ea typeface="Calibri"/>
                <a:cs typeface="Calibri"/>
                <a:sym typeface="Calibri"/>
              </a:defRPr>
            </a:lvl4pPr>
            <a:lvl5pPr indent="-831850" lvl="4" marL="2286000" marR="0" rtl="0" algn="l">
              <a:spcBef>
                <a:spcPts val="1900"/>
              </a:spcBef>
              <a:spcAft>
                <a:spcPts val="0"/>
              </a:spcAft>
              <a:buClr>
                <a:schemeClr val="dk1"/>
              </a:buClr>
              <a:buSzPts val="9500"/>
              <a:buFont typeface="Arial"/>
              <a:buChar char="»"/>
              <a:defRPr b="0" i="0" sz="9500" u="none" cap="none" strike="noStrike">
                <a:solidFill>
                  <a:schemeClr val="dk1"/>
                </a:solidFill>
                <a:latin typeface="Calibri"/>
                <a:ea typeface="Calibri"/>
                <a:cs typeface="Calibri"/>
                <a:sym typeface="Calibri"/>
              </a:defRPr>
            </a:lvl5pPr>
            <a:lvl6pPr indent="-831850" lvl="5" marL="2743200" marR="0" rtl="0" algn="l">
              <a:spcBef>
                <a:spcPts val="1900"/>
              </a:spcBef>
              <a:spcAft>
                <a:spcPts val="0"/>
              </a:spcAft>
              <a:buClr>
                <a:schemeClr val="dk1"/>
              </a:buClr>
              <a:buSzPts val="9500"/>
              <a:buFont typeface="Arial"/>
              <a:buChar char="•"/>
              <a:defRPr b="0" i="0" sz="9500" u="none" cap="none" strike="noStrike">
                <a:solidFill>
                  <a:schemeClr val="dk1"/>
                </a:solidFill>
                <a:latin typeface="Calibri"/>
                <a:ea typeface="Calibri"/>
                <a:cs typeface="Calibri"/>
                <a:sym typeface="Calibri"/>
              </a:defRPr>
            </a:lvl6pPr>
            <a:lvl7pPr indent="-831850" lvl="6" marL="3200400" marR="0" rtl="0" algn="l">
              <a:spcBef>
                <a:spcPts val="1900"/>
              </a:spcBef>
              <a:spcAft>
                <a:spcPts val="0"/>
              </a:spcAft>
              <a:buClr>
                <a:schemeClr val="dk1"/>
              </a:buClr>
              <a:buSzPts val="9500"/>
              <a:buFont typeface="Arial"/>
              <a:buChar char="•"/>
              <a:defRPr b="0" i="0" sz="9500" u="none" cap="none" strike="noStrike">
                <a:solidFill>
                  <a:schemeClr val="dk1"/>
                </a:solidFill>
                <a:latin typeface="Calibri"/>
                <a:ea typeface="Calibri"/>
                <a:cs typeface="Calibri"/>
                <a:sym typeface="Calibri"/>
              </a:defRPr>
            </a:lvl7pPr>
            <a:lvl8pPr indent="-831850" lvl="7" marL="3657600" marR="0" rtl="0" algn="l">
              <a:spcBef>
                <a:spcPts val="1900"/>
              </a:spcBef>
              <a:spcAft>
                <a:spcPts val="0"/>
              </a:spcAft>
              <a:buClr>
                <a:schemeClr val="dk1"/>
              </a:buClr>
              <a:buSzPts val="9500"/>
              <a:buFont typeface="Arial"/>
              <a:buChar char="•"/>
              <a:defRPr b="0" i="0" sz="9500" u="none" cap="none" strike="noStrike">
                <a:solidFill>
                  <a:schemeClr val="dk1"/>
                </a:solidFill>
                <a:latin typeface="Calibri"/>
                <a:ea typeface="Calibri"/>
                <a:cs typeface="Calibri"/>
                <a:sym typeface="Calibri"/>
              </a:defRPr>
            </a:lvl8pPr>
            <a:lvl9pPr indent="-831850" lvl="8" marL="4114800" marR="0" rtl="0" algn="l">
              <a:spcBef>
                <a:spcPts val="1900"/>
              </a:spcBef>
              <a:spcAft>
                <a:spcPts val="0"/>
              </a:spcAft>
              <a:buClr>
                <a:schemeClr val="dk1"/>
              </a:buClr>
              <a:buSzPts val="9500"/>
              <a:buFont typeface="Arial"/>
              <a:buChar char="•"/>
              <a:defRPr b="0" i="0" sz="950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1620203" y="40045008"/>
            <a:ext cx="7560945" cy="2300288"/>
          </a:xfrm>
          <a:prstGeom prst="rect">
            <a:avLst/>
          </a:prstGeom>
          <a:noFill/>
          <a:ln>
            <a:noFill/>
          </a:ln>
        </p:spPr>
        <p:txBody>
          <a:bodyPr anchorCtr="0" anchor="ctr" bIns="216025" lIns="432050" spcFirstLastPara="1" rIns="432050" wrap="square" tIns="216025">
            <a:noAutofit/>
          </a:bodyPr>
          <a:lstStyle>
            <a:lvl1pPr lvl="0" marR="0" rtl="0" algn="l">
              <a:spcBef>
                <a:spcPts val="0"/>
              </a:spcBef>
              <a:spcAft>
                <a:spcPts val="0"/>
              </a:spcAft>
              <a:buSzPts val="1400"/>
              <a:buNone/>
              <a:defRPr b="0" i="0" sz="57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11071384" y="40045008"/>
            <a:ext cx="10261283" cy="2300288"/>
          </a:xfrm>
          <a:prstGeom prst="rect">
            <a:avLst/>
          </a:prstGeom>
          <a:noFill/>
          <a:ln>
            <a:noFill/>
          </a:ln>
        </p:spPr>
        <p:txBody>
          <a:bodyPr anchorCtr="0" anchor="ctr" bIns="216025" lIns="432050" spcFirstLastPara="1" rIns="432050" wrap="square" tIns="216025">
            <a:noAutofit/>
          </a:bodyPr>
          <a:lstStyle>
            <a:lvl1pPr lvl="0" marR="0" rtl="0" algn="ctr">
              <a:spcBef>
                <a:spcPts val="0"/>
              </a:spcBef>
              <a:spcAft>
                <a:spcPts val="0"/>
              </a:spcAft>
              <a:buSzPts val="1400"/>
              <a:buNone/>
              <a:defRPr b="0" i="0" sz="57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8500"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23222903" y="40045008"/>
            <a:ext cx="7560945" cy="2300288"/>
          </a:xfrm>
          <a:prstGeom prst="rect">
            <a:avLst/>
          </a:prstGeom>
          <a:noFill/>
          <a:ln>
            <a:noFill/>
          </a:ln>
        </p:spPr>
        <p:txBody>
          <a:bodyPr anchorCtr="0" anchor="ctr" bIns="216025" lIns="432050" spcFirstLastPara="1" rIns="432050" wrap="square" tIns="216025">
            <a:noAutofit/>
          </a:bodyPr>
          <a:lstStyle>
            <a:lvl1pPr indent="0" lvl="0" marL="0" marR="0" rtl="0" algn="r">
              <a:spcBef>
                <a:spcPts val="0"/>
              </a:spcBef>
              <a:buNone/>
              <a:defRPr b="0" i="0" sz="5700" u="none" cap="none" strike="noStrike">
                <a:solidFill>
                  <a:srgbClr val="888888"/>
                </a:solidFill>
                <a:latin typeface="Calibri"/>
                <a:ea typeface="Calibri"/>
                <a:cs typeface="Calibri"/>
                <a:sym typeface="Calibri"/>
              </a:defRPr>
            </a:lvl1pPr>
            <a:lvl2pPr indent="0" lvl="1" marL="0" marR="0" rtl="0" algn="r">
              <a:spcBef>
                <a:spcPts val="0"/>
              </a:spcBef>
              <a:buNone/>
              <a:defRPr b="0" i="0" sz="5700" u="none" cap="none" strike="noStrike">
                <a:solidFill>
                  <a:srgbClr val="888888"/>
                </a:solidFill>
                <a:latin typeface="Calibri"/>
                <a:ea typeface="Calibri"/>
                <a:cs typeface="Calibri"/>
                <a:sym typeface="Calibri"/>
              </a:defRPr>
            </a:lvl2pPr>
            <a:lvl3pPr indent="0" lvl="2" marL="0" marR="0" rtl="0" algn="r">
              <a:spcBef>
                <a:spcPts val="0"/>
              </a:spcBef>
              <a:buNone/>
              <a:defRPr b="0" i="0" sz="5700" u="none" cap="none" strike="noStrike">
                <a:solidFill>
                  <a:srgbClr val="888888"/>
                </a:solidFill>
                <a:latin typeface="Calibri"/>
                <a:ea typeface="Calibri"/>
                <a:cs typeface="Calibri"/>
                <a:sym typeface="Calibri"/>
              </a:defRPr>
            </a:lvl3pPr>
            <a:lvl4pPr indent="0" lvl="3" marL="0" marR="0" rtl="0" algn="r">
              <a:spcBef>
                <a:spcPts val="0"/>
              </a:spcBef>
              <a:buNone/>
              <a:defRPr b="0" i="0" sz="5700" u="none" cap="none" strike="noStrike">
                <a:solidFill>
                  <a:srgbClr val="888888"/>
                </a:solidFill>
                <a:latin typeface="Calibri"/>
                <a:ea typeface="Calibri"/>
                <a:cs typeface="Calibri"/>
                <a:sym typeface="Calibri"/>
              </a:defRPr>
            </a:lvl4pPr>
            <a:lvl5pPr indent="0" lvl="4" marL="0" marR="0" rtl="0" algn="r">
              <a:spcBef>
                <a:spcPts val="0"/>
              </a:spcBef>
              <a:buNone/>
              <a:defRPr b="0" i="0" sz="5700" u="none" cap="none" strike="noStrike">
                <a:solidFill>
                  <a:srgbClr val="888888"/>
                </a:solidFill>
                <a:latin typeface="Calibri"/>
                <a:ea typeface="Calibri"/>
                <a:cs typeface="Calibri"/>
                <a:sym typeface="Calibri"/>
              </a:defRPr>
            </a:lvl5pPr>
            <a:lvl6pPr indent="0" lvl="5" marL="0" marR="0" rtl="0" algn="r">
              <a:spcBef>
                <a:spcPts val="0"/>
              </a:spcBef>
              <a:buNone/>
              <a:defRPr b="0" i="0" sz="5700" u="none" cap="none" strike="noStrike">
                <a:solidFill>
                  <a:srgbClr val="888888"/>
                </a:solidFill>
                <a:latin typeface="Calibri"/>
                <a:ea typeface="Calibri"/>
                <a:cs typeface="Calibri"/>
                <a:sym typeface="Calibri"/>
              </a:defRPr>
            </a:lvl6pPr>
            <a:lvl7pPr indent="0" lvl="6" marL="0" marR="0" rtl="0" algn="r">
              <a:spcBef>
                <a:spcPts val="0"/>
              </a:spcBef>
              <a:buNone/>
              <a:defRPr b="0" i="0" sz="5700" u="none" cap="none" strike="noStrike">
                <a:solidFill>
                  <a:srgbClr val="888888"/>
                </a:solidFill>
                <a:latin typeface="Calibri"/>
                <a:ea typeface="Calibri"/>
                <a:cs typeface="Calibri"/>
                <a:sym typeface="Calibri"/>
              </a:defRPr>
            </a:lvl7pPr>
            <a:lvl8pPr indent="0" lvl="7" marL="0" marR="0" rtl="0" algn="r">
              <a:spcBef>
                <a:spcPts val="0"/>
              </a:spcBef>
              <a:buNone/>
              <a:defRPr b="0" i="0" sz="5700" u="none" cap="none" strike="noStrike">
                <a:solidFill>
                  <a:srgbClr val="888888"/>
                </a:solidFill>
                <a:latin typeface="Calibri"/>
                <a:ea typeface="Calibri"/>
                <a:cs typeface="Calibri"/>
                <a:sym typeface="Calibri"/>
              </a:defRPr>
            </a:lvl8pPr>
            <a:lvl9pPr indent="0" lvl="8" marL="0" marR="0" rtl="0" algn="r">
              <a:spcBef>
                <a:spcPts val="0"/>
              </a:spcBef>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png"/><Relationship Id="rId10" Type="http://schemas.openxmlformats.org/officeDocument/2006/relationships/image" Target="../media/image8.png"/><Relationship Id="rId9"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6.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5F1">
            <a:alpha val="23921"/>
          </a:srgbClr>
        </a:solidFill>
      </p:bgPr>
    </p:bg>
    <p:spTree>
      <p:nvGrpSpPr>
        <p:cNvPr id="20" name="Shape 20"/>
        <p:cNvGrpSpPr/>
        <p:nvPr/>
      </p:nvGrpSpPr>
      <p:grpSpPr>
        <a:xfrm>
          <a:off x="0" y="0"/>
          <a:ext cx="0" cy="0"/>
          <a:chOff x="0" y="0"/>
          <a:chExt cx="0" cy="0"/>
        </a:xfrm>
      </p:grpSpPr>
      <p:sp>
        <p:nvSpPr>
          <p:cNvPr id="21" name="Google Shape;21;p1"/>
          <p:cNvSpPr/>
          <p:nvPr/>
        </p:nvSpPr>
        <p:spPr>
          <a:xfrm>
            <a:off x="0" y="-288332"/>
            <a:ext cx="32412863" cy="43205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8500" u="none" cap="none" strike="noStrike">
              <a:solidFill>
                <a:schemeClr val="lt1"/>
              </a:solidFill>
              <a:latin typeface="Calibri"/>
              <a:ea typeface="Calibri"/>
              <a:cs typeface="Calibri"/>
              <a:sym typeface="Calibri"/>
            </a:endParaRPr>
          </a:p>
        </p:txBody>
      </p:sp>
      <p:sp>
        <p:nvSpPr>
          <p:cNvPr id="22" name="Google Shape;22;p1"/>
          <p:cNvSpPr txBox="1"/>
          <p:nvPr>
            <p:ph type="ctrTitle"/>
          </p:nvPr>
        </p:nvSpPr>
        <p:spPr>
          <a:xfrm>
            <a:off x="861806" y="4176148"/>
            <a:ext cx="30749932" cy="5790796"/>
          </a:xfrm>
          <a:prstGeom prst="rect">
            <a:avLst/>
          </a:prstGeom>
          <a:noFill/>
          <a:ln>
            <a:noFill/>
          </a:ln>
        </p:spPr>
        <p:txBody>
          <a:bodyPr anchorCtr="0" anchor="ctr" bIns="216025" lIns="432050" spcFirstLastPara="1" rIns="432050" wrap="square" tIns="216025">
            <a:normAutofit/>
          </a:bodyPr>
          <a:lstStyle/>
          <a:p>
            <a:pPr indent="0" lvl="0" marL="0" rtl="0" algn="ctr">
              <a:spcBef>
                <a:spcPts val="0"/>
              </a:spcBef>
              <a:spcAft>
                <a:spcPts val="0"/>
              </a:spcAft>
              <a:buClr>
                <a:schemeClr val="dk1"/>
              </a:buClr>
              <a:buSzPts val="5400"/>
              <a:buFont typeface="Calibri"/>
              <a:buNone/>
            </a:pPr>
            <a:r>
              <a:rPr b="1" lang="pt-BR" sz="5400"/>
              <a:t>RECOMENDADOR DE FILMES COM LÓGICA FUZZY</a:t>
            </a:r>
            <a:br>
              <a:rPr b="1" lang="pt-BR" sz="5400"/>
            </a:br>
            <a:br>
              <a:rPr lang="pt-BR" sz="5400"/>
            </a:br>
            <a:r>
              <a:rPr b="1" lang="pt-BR" sz="4400"/>
              <a:t>Iago Assunção Amorim; João Henrique Araujo Carneiro da Cunha; Júlia Moreira Silva dos Santos; Marcos Caique Campelo de Miranda; Maria Eduarda Santos da Silva; Adailton de Jesus Cerqueira Junior.</a:t>
            </a:r>
            <a:br>
              <a:rPr b="1" lang="pt-BR" sz="4400"/>
            </a:br>
            <a:br>
              <a:rPr b="1" lang="pt-BR" sz="4400"/>
            </a:br>
            <a:r>
              <a:rPr lang="pt-BR" sz="4400"/>
              <a:t>Universidade Salvador – Salvador – BA – Brasil</a:t>
            </a:r>
            <a:br>
              <a:rPr lang="pt-BR" sz="9600"/>
            </a:br>
            <a:endParaRPr sz="4400"/>
          </a:p>
        </p:txBody>
      </p:sp>
      <p:sp>
        <p:nvSpPr>
          <p:cNvPr id="23" name="Google Shape;23;p1"/>
          <p:cNvSpPr txBox="1"/>
          <p:nvPr>
            <p:ph idx="1" type="subTitle"/>
          </p:nvPr>
        </p:nvSpPr>
        <p:spPr>
          <a:xfrm>
            <a:off x="696250" y="9406850"/>
            <a:ext cx="14785500" cy="29062200"/>
          </a:xfrm>
          <a:prstGeom prst="rect">
            <a:avLst/>
          </a:prstGeom>
          <a:noFill/>
          <a:ln>
            <a:noFill/>
          </a:ln>
        </p:spPr>
        <p:txBody>
          <a:bodyPr anchorCtr="0" anchor="t" bIns="216025" lIns="432050" spcFirstLastPara="1" rIns="432050" wrap="square" tIns="216025">
            <a:noAutofit/>
          </a:bodyPr>
          <a:lstStyle/>
          <a:p>
            <a:pPr indent="0" lvl="0" marL="0" rtl="0" algn="just">
              <a:spcBef>
                <a:spcPts val="0"/>
              </a:spcBef>
              <a:spcAft>
                <a:spcPts val="0"/>
              </a:spcAft>
              <a:buClr>
                <a:schemeClr val="dk1"/>
              </a:buClr>
              <a:buSzPts val="6600"/>
              <a:buNone/>
            </a:pPr>
            <a:r>
              <a:rPr b="1" lang="pt-BR" sz="6600">
                <a:solidFill>
                  <a:schemeClr val="dk1"/>
                </a:solidFill>
              </a:rPr>
              <a:t>INTRODUÇÃO</a:t>
            </a:r>
            <a:endParaRPr b="1" sz="7500">
              <a:solidFill>
                <a:schemeClr val="dk1"/>
              </a:solidFill>
            </a:endParaRPr>
          </a:p>
          <a:p>
            <a:pPr indent="457200" lvl="0" marL="0" rtl="0" algn="just">
              <a:spcBef>
                <a:spcPts val="0"/>
              </a:spcBef>
              <a:spcAft>
                <a:spcPts val="0"/>
              </a:spcAft>
              <a:buClr>
                <a:schemeClr val="dk1"/>
              </a:buClr>
              <a:buSzPts val="3200"/>
              <a:buNone/>
            </a:pPr>
            <a:r>
              <a:rPr lang="pt-BR" sz="3200">
                <a:solidFill>
                  <a:schemeClr val="dk1"/>
                </a:solidFill>
              </a:rPr>
              <a:t>Inegavelmente, sistemas de IAs estão cada vez mais presentes na humanidade. Inspirados por essa mudança nas dinâmicas de interações do ser humano para com as novas tecnologias, idealizamos um algoritmo com inteligência artificial baseado em lógica fuzzy, que busca auxiliar na tomada de decisão no campo do entretenimento em recomendações mais precisa para a escolha de filmes e séries. Com o fito de auxiliar os seres humanos na tomada de decisão.</a:t>
            </a:r>
            <a:endParaRPr/>
          </a:p>
          <a:p>
            <a:pPr indent="0" lvl="0" marL="0" rtl="0" algn="just">
              <a:spcBef>
                <a:spcPts val="0"/>
              </a:spcBef>
              <a:spcAft>
                <a:spcPts val="0"/>
              </a:spcAft>
              <a:buClr>
                <a:srgbClr val="888888"/>
              </a:buClr>
              <a:buSzPts val="3200"/>
              <a:buNone/>
            </a:pPr>
            <a:r>
              <a:t/>
            </a:r>
            <a:endParaRPr sz="3200">
              <a:solidFill>
                <a:schemeClr val="dk1"/>
              </a:solidFill>
            </a:endParaRPr>
          </a:p>
          <a:p>
            <a:pPr indent="0" lvl="0" marL="0" rtl="0" algn="just">
              <a:spcBef>
                <a:spcPts val="0"/>
              </a:spcBef>
              <a:spcAft>
                <a:spcPts val="0"/>
              </a:spcAft>
              <a:buClr>
                <a:schemeClr val="dk1"/>
              </a:buClr>
              <a:buSzPts val="6600"/>
              <a:buNone/>
            </a:pPr>
            <a:r>
              <a:rPr b="1" lang="pt-BR" sz="6600">
                <a:solidFill>
                  <a:schemeClr val="dk1"/>
                </a:solidFill>
              </a:rPr>
              <a:t>OBJETIVO</a:t>
            </a:r>
            <a:endParaRPr b="1" sz="7500">
              <a:solidFill>
                <a:schemeClr val="dk1"/>
              </a:solidFill>
            </a:endParaRPr>
          </a:p>
          <a:p>
            <a:pPr indent="457200" lvl="0" marL="0" rtl="0" algn="just">
              <a:spcBef>
                <a:spcPts val="0"/>
              </a:spcBef>
              <a:spcAft>
                <a:spcPts val="0"/>
              </a:spcAft>
              <a:buClr>
                <a:schemeClr val="dk1"/>
              </a:buClr>
              <a:buSzPts val="3200"/>
              <a:buNone/>
            </a:pPr>
            <a:r>
              <a:rPr lang="pt-BR" sz="3200">
                <a:solidFill>
                  <a:schemeClr val="dk1"/>
                </a:solidFill>
              </a:rPr>
              <a:t>Em virtude disso, o presente projeto visa desenvolver um sistema capaz de atender essa necessidade moderna utilizando a técnica de lógica fuzzy. Desse modo a ferramenta é utilizada para modelar imprecisões humanas em graus de alocação de valores contínuos entre 0 e 1, permitindo que opções de filmes como “muito complexo” e “pouco emotivo” sejam metrificadas e traduzida em valores numéricos. O protótipo é digital e funcional, capaz de exibir os resultados esperados conforme o uso do indivíduo com o site, através de escalas interativas e ajustáveis conforme o objetivo de quem está interagindo.</a:t>
            </a:r>
            <a:endParaRPr>
              <a:solidFill>
                <a:schemeClr val="dk1"/>
              </a:solidFill>
            </a:endParaRPr>
          </a:p>
          <a:p>
            <a:pPr indent="0" lvl="0" marL="0" rtl="0" algn="just">
              <a:spcBef>
                <a:spcPts val="0"/>
              </a:spcBef>
              <a:spcAft>
                <a:spcPts val="0"/>
              </a:spcAft>
              <a:buClr>
                <a:srgbClr val="888888"/>
              </a:buClr>
              <a:buSzPts val="7500"/>
              <a:buNone/>
            </a:pPr>
            <a:r>
              <a:t/>
            </a:r>
            <a:endParaRPr b="1" sz="3200">
              <a:solidFill>
                <a:srgbClr val="366092"/>
              </a:solidFill>
            </a:endParaRPr>
          </a:p>
          <a:p>
            <a:pPr indent="0" lvl="0" marL="0" rtl="0" algn="just">
              <a:spcBef>
                <a:spcPts val="0"/>
              </a:spcBef>
              <a:spcAft>
                <a:spcPts val="0"/>
              </a:spcAft>
              <a:buClr>
                <a:schemeClr val="dk1"/>
              </a:buClr>
              <a:buSzPts val="6600"/>
              <a:buNone/>
            </a:pPr>
            <a:r>
              <a:rPr b="1" lang="pt-BR" sz="6600">
                <a:solidFill>
                  <a:schemeClr val="dk1"/>
                </a:solidFill>
              </a:rPr>
              <a:t>MÉTODOS</a:t>
            </a:r>
            <a:endParaRPr b="1" sz="6600">
              <a:solidFill>
                <a:schemeClr val="dk1"/>
              </a:solidFill>
            </a:endParaRPr>
          </a:p>
          <a:p>
            <a:pPr indent="457200" lvl="0" marL="0" rtl="0" algn="just">
              <a:spcBef>
                <a:spcPts val="0"/>
              </a:spcBef>
              <a:spcAft>
                <a:spcPts val="0"/>
              </a:spcAft>
              <a:buClr>
                <a:srgbClr val="888888"/>
              </a:buClr>
              <a:buSzPts val="2800"/>
              <a:buNone/>
            </a:pPr>
            <a:r>
              <a:rPr lang="pt-BR" sz="3200">
                <a:solidFill>
                  <a:schemeClr val="dk1"/>
                </a:solidFill>
              </a:rPr>
              <a:t>O sistema utiliza o raciocínio de lógica fuzzy do tipo Mamdani, composto por três etapas principais, sendo elas: definição dos conjuntos fuzzy, avaliação das regras de inferência e defuzzificação do resultado.</a:t>
            </a:r>
            <a:br>
              <a:rPr lang="pt-BR" sz="3200">
                <a:solidFill>
                  <a:schemeClr val="dk1"/>
                </a:solidFill>
              </a:rPr>
            </a:br>
            <a:endParaRPr sz="3200">
              <a:solidFill>
                <a:schemeClr val="dk1"/>
              </a:solidFill>
            </a:endParaRPr>
          </a:p>
          <a:p>
            <a:pPr indent="-431800" lvl="0" marL="914400" rtl="0" algn="just">
              <a:spcBef>
                <a:spcPts val="0"/>
              </a:spcBef>
              <a:spcAft>
                <a:spcPts val="0"/>
              </a:spcAft>
              <a:buClr>
                <a:schemeClr val="dk1"/>
              </a:buClr>
              <a:buSzPts val="3200"/>
              <a:buAutoNum type="arabicPeriod"/>
            </a:pPr>
            <a:r>
              <a:rPr b="1" lang="pt-BR" sz="3200">
                <a:solidFill>
                  <a:schemeClr val="dk1"/>
                </a:solidFill>
              </a:rPr>
              <a:t>Definição dos conjuntos fuzzy e funções de pertinência</a:t>
            </a:r>
            <a:br>
              <a:rPr lang="pt-BR" sz="3200">
                <a:solidFill>
                  <a:schemeClr val="dk1"/>
                </a:solidFill>
              </a:rPr>
            </a:br>
            <a:r>
              <a:rPr lang="pt-BR" sz="3200">
                <a:solidFill>
                  <a:schemeClr val="dk1"/>
                </a:solidFill>
              </a:rPr>
              <a:t>	A princípio, são estabelecidos os universos de discurso e os conjuntos fuzzy das variáveis de entrada e saída, emoção, tensão, complexidade da narrativa e gênero do filme. Cada um dos valores linguísticos desses conjuntos é representado por uma função de pertinência que atribui valores numéricos entre 0 e 1, indicando o grau de pertencimento do valor analisado para a variável linguística correspondente.</a:t>
            </a:r>
            <a:endParaRPr sz="3200">
              <a:solidFill>
                <a:schemeClr val="dk1"/>
              </a:solidFill>
            </a:endParaRPr>
          </a:p>
          <a:p>
            <a:pPr indent="-431800" lvl="0" marL="914400" rtl="0" algn="just">
              <a:spcBef>
                <a:spcPts val="0"/>
              </a:spcBef>
              <a:spcAft>
                <a:spcPts val="0"/>
              </a:spcAft>
              <a:buClr>
                <a:schemeClr val="dk1"/>
              </a:buClr>
              <a:buSzPts val="3200"/>
              <a:buAutoNum type="arabicPeriod"/>
            </a:pPr>
            <a:r>
              <a:rPr b="1" lang="pt-BR" sz="3200">
                <a:solidFill>
                  <a:schemeClr val="dk1"/>
                </a:solidFill>
              </a:rPr>
              <a:t>Inferência fuzzy baseada em regras</a:t>
            </a:r>
            <a:br>
              <a:rPr b="1" lang="pt-BR" sz="3200">
                <a:solidFill>
                  <a:schemeClr val="dk1"/>
                </a:solidFill>
              </a:rPr>
            </a:br>
            <a:r>
              <a:rPr b="1" lang="pt-BR" sz="3200">
                <a:solidFill>
                  <a:schemeClr val="dk1"/>
                </a:solidFill>
              </a:rPr>
              <a:t>	</a:t>
            </a:r>
            <a:r>
              <a:rPr lang="pt-BR" sz="3200">
                <a:solidFill>
                  <a:schemeClr val="dk1"/>
                </a:solidFill>
              </a:rPr>
              <a:t>Em seguida, o sistema aplica o conjunto de regras fuzzy pré-estabelecidas, que seguem o padrão: ‘SE condições ENTÃO conclusão’. Utilizando operadores fuzzy do tipo AND e OR, determina o grau de ativação de cada regra, gerando um conjunto de valores numéricos que expressam o quanto cada regra está sendo satisfeita pelas variáveis de entrada.</a:t>
            </a:r>
            <a:endParaRPr sz="3200">
              <a:solidFill>
                <a:schemeClr val="dk1"/>
              </a:solidFill>
            </a:endParaRPr>
          </a:p>
          <a:p>
            <a:pPr indent="-431800" lvl="0" marL="914400" rtl="0" algn="just">
              <a:spcBef>
                <a:spcPts val="0"/>
              </a:spcBef>
              <a:spcAft>
                <a:spcPts val="0"/>
              </a:spcAft>
              <a:buClr>
                <a:schemeClr val="dk1"/>
              </a:buClr>
              <a:buSzPts val="3200"/>
              <a:buAutoNum type="arabicPeriod"/>
            </a:pPr>
            <a:r>
              <a:rPr b="1" lang="pt-BR" sz="3200">
                <a:solidFill>
                  <a:schemeClr val="dk1"/>
                </a:solidFill>
              </a:rPr>
              <a:t>Agregação e defuzzificação</a:t>
            </a:r>
            <a:br>
              <a:rPr b="1" lang="pt-BR" sz="3200">
                <a:solidFill>
                  <a:schemeClr val="dk1"/>
                </a:solidFill>
              </a:rPr>
            </a:br>
            <a:r>
              <a:rPr b="1" lang="pt-BR" sz="3200">
                <a:solidFill>
                  <a:schemeClr val="dk1"/>
                </a:solidFill>
              </a:rPr>
              <a:t>	</a:t>
            </a:r>
            <a:r>
              <a:rPr lang="pt-BR" sz="3200">
                <a:solidFill>
                  <a:schemeClr val="dk1"/>
                </a:solidFill>
              </a:rPr>
              <a:t>Após calcular a saída parcial de todas as regras, os resultados são agregados por meio de um operador de máximo, formando uma única função fuzzy para a saída. Para convertê-la em um valor numérico, aplica-se o método Mamdani para calcular o </a:t>
            </a:r>
            <a:r>
              <a:rPr lang="pt-BR" sz="3200">
                <a:solidFill>
                  <a:schemeClr val="dk1"/>
                </a:solidFill>
              </a:rPr>
              <a:t>centróide</a:t>
            </a:r>
            <a:r>
              <a:rPr lang="pt-BR" sz="3200">
                <a:solidFill>
                  <a:schemeClr val="dk1"/>
                </a:solidFill>
              </a:rPr>
              <a:t> da função, dessa forma, determinando o valor médio ponderado de toda área sob a </a:t>
            </a:r>
            <a:r>
              <a:rPr lang="pt-BR" sz="3200">
                <a:solidFill>
                  <a:schemeClr val="dk1"/>
                </a:solidFill>
              </a:rPr>
              <a:t>curva</a:t>
            </a:r>
            <a:r>
              <a:rPr lang="pt-BR" sz="3200">
                <a:solidFill>
                  <a:schemeClr val="dk1"/>
                </a:solidFill>
              </a:rPr>
              <a:t> da saída agregada. Esse valor, conhecido como crisp, representa a recomendação do sistema em termos numéricos e pode ser aplicado novamente no conjunto fuzzy de saída para determinar o grau de pertinência do filme para cada gênero.</a:t>
            </a:r>
            <a:endParaRPr sz="3200">
              <a:solidFill>
                <a:schemeClr val="dk1"/>
              </a:solidFill>
            </a:endParaRPr>
          </a:p>
          <a:p>
            <a:pPr indent="0" lvl="0" marL="0" rtl="0" algn="just">
              <a:spcBef>
                <a:spcPts val="0"/>
              </a:spcBef>
              <a:spcAft>
                <a:spcPts val="0"/>
              </a:spcAft>
              <a:buNone/>
            </a:pPr>
            <a:r>
              <a:t/>
            </a:r>
            <a:endParaRPr sz="3200">
              <a:solidFill>
                <a:schemeClr val="dk1"/>
              </a:solidFill>
            </a:endParaRPr>
          </a:p>
          <a:p>
            <a:pPr indent="0" lvl="0" marL="0" rtl="0" algn="just">
              <a:spcBef>
                <a:spcPts val="0"/>
              </a:spcBef>
              <a:spcAft>
                <a:spcPts val="0"/>
              </a:spcAft>
              <a:buClr>
                <a:schemeClr val="dk1"/>
              </a:buClr>
              <a:buSzPts val="6600"/>
              <a:buNone/>
            </a:pPr>
            <a:r>
              <a:rPr b="1" lang="pt-BR" sz="6600">
                <a:solidFill>
                  <a:schemeClr val="dk1"/>
                </a:solidFill>
              </a:rPr>
              <a:t>RESULTADOS</a:t>
            </a:r>
            <a:endParaRPr sz="3200">
              <a:solidFill>
                <a:schemeClr val="dk1"/>
              </a:solidFill>
            </a:endParaRPr>
          </a:p>
          <a:p>
            <a:pPr indent="457200" lvl="0" marL="0" rtl="0" algn="just">
              <a:spcBef>
                <a:spcPts val="0"/>
              </a:spcBef>
              <a:spcAft>
                <a:spcPts val="0"/>
              </a:spcAft>
              <a:buClr>
                <a:schemeClr val="dk1"/>
              </a:buClr>
              <a:buSzPts val="3200"/>
              <a:buNone/>
            </a:pPr>
            <a:r>
              <a:rPr lang="pt-BR" sz="3200">
                <a:solidFill>
                  <a:schemeClr val="dk1"/>
                </a:solidFill>
              </a:rPr>
              <a:t>Os resultados obtidos confirmam a eficácia do modelo desenvolvido. A aplicação da lógica fuzzy e do método Mamdani, por meio do cálculo do centróide, </a:t>
            </a:r>
            <a:r>
              <a:rPr lang="pt-BR" sz="3200">
                <a:solidFill>
                  <a:schemeClr val="dk1"/>
                </a:solidFill>
              </a:rPr>
              <a:t>permitiu interpretar com alta acurácia as nuances das preferências do usuário.</a:t>
            </a:r>
            <a:r>
              <a:rPr lang="pt-BR" sz="3200">
                <a:solidFill>
                  <a:schemeClr val="dk1"/>
                </a:solidFill>
              </a:rPr>
              <a:t> O sistema conseguiu gerar um ranking de recomendações mais fluido e realista, refletindo a subjetividade humana de maneira superior aos filtros booleanos tradicionais e definindo quais gêneros de filmes são mais adequados, equilibrando satisfatoriamente os critérios de emoção, complexidade da narrativa e tensão.</a:t>
            </a:r>
            <a:br>
              <a:rPr lang="pt-BR" sz="3200">
                <a:solidFill>
                  <a:schemeClr val="dk1"/>
                </a:solidFill>
              </a:rPr>
            </a:br>
            <a:r>
              <a:rPr lang="pt-BR" sz="3200">
                <a:solidFill>
                  <a:schemeClr val="dk1"/>
                </a:solidFill>
              </a:rPr>
              <a:t>	Para representar os conjuntos fuzzy de entrada, foram utilizadas funções de pertinência triangulares e trapezoidais, enquanto os gêneros (saída) foram modelados com funções triangulares, conforme ilustrado nos gráficos a seguir.</a:t>
            </a:r>
            <a:endParaRPr sz="2800">
              <a:solidFill>
                <a:schemeClr val="dk1"/>
              </a:solidFill>
            </a:endParaRPr>
          </a:p>
        </p:txBody>
      </p:sp>
      <p:sp>
        <p:nvSpPr>
          <p:cNvPr id="24" name="Google Shape;24;p1"/>
          <p:cNvSpPr txBox="1"/>
          <p:nvPr/>
        </p:nvSpPr>
        <p:spPr>
          <a:xfrm>
            <a:off x="16040050" y="9406849"/>
            <a:ext cx="15576600" cy="29062200"/>
          </a:xfrm>
          <a:prstGeom prst="rect">
            <a:avLst/>
          </a:prstGeom>
          <a:noFill/>
          <a:ln>
            <a:noFill/>
          </a:ln>
        </p:spPr>
        <p:txBody>
          <a:bodyPr anchorCtr="0" anchor="t" bIns="216025" lIns="432050" spcFirstLastPara="1" rIns="432050" wrap="square" tIns="216025">
            <a:noAutofit/>
          </a:bodyPr>
          <a:lstStyle/>
          <a:p>
            <a:pPr indent="0" lvl="0" marL="0" marR="0" rtl="0" algn="l">
              <a:spcBef>
                <a:spcPts val="0"/>
              </a:spcBef>
              <a:spcAft>
                <a:spcPts val="0"/>
              </a:spcAft>
              <a:buNone/>
            </a:pPr>
            <a:r>
              <a:rPr b="1" i="0" lang="pt-BR" sz="4400" u="none" cap="none" strike="noStrike">
                <a:solidFill>
                  <a:schemeClr val="dk1"/>
                </a:solidFill>
                <a:latin typeface="Calibri"/>
                <a:ea typeface="Calibri"/>
                <a:cs typeface="Calibri"/>
                <a:sym typeface="Calibri"/>
              </a:rPr>
              <a:t>Gráficos 1 – </a:t>
            </a:r>
            <a:r>
              <a:rPr b="1" lang="pt-BR" sz="4400">
                <a:solidFill>
                  <a:schemeClr val="dk1"/>
                </a:solidFill>
                <a:latin typeface="Calibri"/>
                <a:ea typeface="Calibri"/>
                <a:cs typeface="Calibri"/>
                <a:sym typeface="Calibri"/>
              </a:rPr>
              <a:t>Conjuntos Fuzzy utilizados</a:t>
            </a:r>
            <a:endParaRPr sz="85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1" sz="96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1" sz="96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1" sz="96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1" sz="96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1" sz="96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1" sz="96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1" sz="96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1" sz="2200">
              <a:solidFill>
                <a:schemeClr val="dk1"/>
              </a:solidFill>
              <a:latin typeface="Calibri"/>
              <a:ea typeface="Calibri"/>
              <a:cs typeface="Calibri"/>
              <a:sym typeface="Calibri"/>
            </a:endParaRPr>
          </a:p>
          <a:p>
            <a:pPr indent="0" lvl="0" marL="0" marR="0" rtl="0" algn="l">
              <a:spcBef>
                <a:spcPts val="0"/>
              </a:spcBef>
              <a:spcAft>
                <a:spcPts val="0"/>
              </a:spcAft>
              <a:buNone/>
            </a:pPr>
            <a:r>
              <a:rPr b="1" lang="pt-BR" sz="4400">
                <a:solidFill>
                  <a:schemeClr val="dk1"/>
                </a:solidFill>
                <a:latin typeface="Calibri"/>
                <a:ea typeface="Calibri"/>
                <a:cs typeface="Calibri"/>
                <a:sym typeface="Calibri"/>
              </a:rPr>
              <a:t>Figura 1 – Layout do Site via Desktop e Mobile.</a:t>
            </a:r>
            <a:endParaRPr b="1" sz="96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96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96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96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1" sz="96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1" sz="96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1" sz="6000">
              <a:solidFill>
                <a:schemeClr val="dk1"/>
              </a:solidFill>
              <a:latin typeface="Calibri"/>
              <a:ea typeface="Calibri"/>
              <a:cs typeface="Calibri"/>
              <a:sym typeface="Calibri"/>
            </a:endParaRPr>
          </a:p>
          <a:p>
            <a:pPr indent="0" lvl="0" marL="0" marR="0" rtl="0" algn="just">
              <a:spcBef>
                <a:spcPts val="0"/>
              </a:spcBef>
              <a:spcAft>
                <a:spcPts val="0"/>
              </a:spcAft>
              <a:buNone/>
            </a:pPr>
            <a:r>
              <a:rPr b="1" lang="pt-BR" sz="6600">
                <a:solidFill>
                  <a:schemeClr val="dk1"/>
                </a:solidFill>
                <a:latin typeface="Calibri"/>
                <a:ea typeface="Calibri"/>
                <a:cs typeface="Calibri"/>
                <a:sym typeface="Calibri"/>
              </a:rPr>
              <a:t>CONCLUSÃO</a:t>
            </a:r>
            <a:endParaRPr b="1" sz="9600">
              <a:solidFill>
                <a:schemeClr val="dk1"/>
              </a:solidFill>
              <a:latin typeface="Calibri"/>
              <a:ea typeface="Calibri"/>
              <a:cs typeface="Calibri"/>
              <a:sym typeface="Calibri"/>
            </a:endParaRPr>
          </a:p>
          <a:p>
            <a:pPr indent="457200" lvl="0" marL="0" rtl="0" algn="just">
              <a:spcBef>
                <a:spcPts val="0"/>
              </a:spcBef>
              <a:spcAft>
                <a:spcPts val="0"/>
              </a:spcAft>
              <a:buClr>
                <a:schemeClr val="dk1"/>
              </a:buClr>
              <a:buSzPts val="1100"/>
              <a:buFont typeface="Arial"/>
              <a:buNone/>
            </a:pPr>
            <a:r>
              <a:rPr lang="pt-BR" sz="3200">
                <a:solidFill>
                  <a:schemeClr val="dk1"/>
                </a:solidFill>
                <a:latin typeface="Calibri"/>
                <a:ea typeface="Calibri"/>
                <a:cs typeface="Calibri"/>
                <a:sym typeface="Calibri"/>
              </a:rPr>
              <a:t>Ao criar este sistema de recomendação que utiliza a lógica fuzzy, tornou-se evidente a capacidade de alinhar a tecnologia com os processos de pensamento e emoções humanas na escolha de filmes ou séries. Ao converter elementos subjetivos — como o grau de emoção, tensão ou complexidade de uma narrativa — em dados compreensíveis para o computador, o modelo conseguiu gerar recomendações mais autênticas, maleáveis e alinhadas com a experiência humana.</a:t>
            </a:r>
            <a:endParaRPr sz="3200">
              <a:solidFill>
                <a:schemeClr val="dk1"/>
              </a:solidFill>
              <a:latin typeface="Calibri"/>
              <a:ea typeface="Calibri"/>
              <a:cs typeface="Calibri"/>
              <a:sym typeface="Calibri"/>
            </a:endParaRPr>
          </a:p>
          <a:p>
            <a:pPr indent="457200" lvl="0" marL="0" rtl="0" algn="just">
              <a:spcBef>
                <a:spcPts val="0"/>
              </a:spcBef>
              <a:spcAft>
                <a:spcPts val="0"/>
              </a:spcAft>
              <a:buClr>
                <a:schemeClr val="dk1"/>
              </a:buClr>
              <a:buSzPts val="1100"/>
              <a:buFont typeface="Arial"/>
              <a:buNone/>
            </a:pPr>
            <a:r>
              <a:rPr lang="pt-BR" sz="3200">
                <a:solidFill>
                  <a:schemeClr val="dk1"/>
                </a:solidFill>
                <a:latin typeface="Calibri"/>
                <a:ea typeface="Calibri"/>
                <a:cs typeface="Calibri"/>
                <a:sym typeface="Calibri"/>
              </a:rPr>
              <a:t>A adoção do método Mamdani e da computação do centróide permitiu que o sistema fizesse escolhas de maneira mais harmoniosa e ponderada, evitando a inflexibilidade comum dos filtros tradicionais que operam em lógica binária. Em vez disso, o recomendador começou a identificar sutilezas, gerando classificações que refletem com mais precisão os gostos e o estado de espírito de cada indivíduo.</a:t>
            </a:r>
            <a:endParaRPr sz="3200">
              <a:solidFill>
                <a:schemeClr val="dk1"/>
              </a:solidFill>
              <a:latin typeface="Calibri"/>
              <a:ea typeface="Calibri"/>
              <a:cs typeface="Calibri"/>
              <a:sym typeface="Calibri"/>
            </a:endParaRPr>
          </a:p>
          <a:p>
            <a:pPr indent="457200" lvl="0" marL="0" marR="0" rtl="0" algn="just">
              <a:spcBef>
                <a:spcPts val="0"/>
              </a:spcBef>
              <a:spcAft>
                <a:spcPts val="0"/>
              </a:spcAft>
              <a:buNone/>
            </a:pPr>
            <a:r>
              <a:rPr lang="pt-BR" sz="3200">
                <a:solidFill>
                  <a:schemeClr val="dk1"/>
                </a:solidFill>
                <a:latin typeface="Calibri"/>
                <a:ea typeface="Calibri"/>
                <a:cs typeface="Calibri"/>
                <a:sym typeface="Calibri"/>
              </a:rPr>
              <a:t>Em última análise, o projeto demonstrou que a lógica fuzzy é um recurso valioso para adaptar a tecnologia às necessidades humanas, e não o inverso. Ela otimiza o processo de recomendação, tornando-o mais natural, intuitivo e adaptável, desde que sustentado por dados bem organizados. É um avanço significativo para sistemas capazes de compreender não apenas dados numéricos, mas também sentimentos e inclinações pessoais.</a:t>
            </a:r>
            <a:endParaRPr sz="3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5" name="Google Shape;25;p1"/>
          <p:cNvSpPr/>
          <p:nvPr/>
        </p:nvSpPr>
        <p:spPr>
          <a:xfrm>
            <a:off x="0" y="0"/>
            <a:ext cx="3240405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8500">
              <a:solidFill>
                <a:schemeClr val="dk1"/>
              </a:solidFill>
              <a:latin typeface="Calibri"/>
              <a:ea typeface="Calibri"/>
              <a:cs typeface="Calibri"/>
              <a:sym typeface="Calibri"/>
            </a:endParaRPr>
          </a:p>
        </p:txBody>
      </p:sp>
      <p:sp>
        <p:nvSpPr>
          <p:cNvPr id="26" name="Google Shape;26;p1"/>
          <p:cNvSpPr/>
          <p:nvPr/>
        </p:nvSpPr>
        <p:spPr>
          <a:xfrm>
            <a:off x="0" y="457200"/>
            <a:ext cx="3240405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8500">
              <a:solidFill>
                <a:schemeClr val="dk1"/>
              </a:solidFill>
              <a:latin typeface="Calibri"/>
              <a:ea typeface="Calibri"/>
              <a:cs typeface="Calibri"/>
              <a:sym typeface="Calibri"/>
            </a:endParaRPr>
          </a:p>
        </p:txBody>
      </p:sp>
      <p:sp>
        <p:nvSpPr>
          <p:cNvPr id="27" name="Google Shape;27;p1"/>
          <p:cNvSpPr txBox="1"/>
          <p:nvPr/>
        </p:nvSpPr>
        <p:spPr>
          <a:xfrm>
            <a:off x="744225" y="39534575"/>
            <a:ext cx="30915600" cy="3382500"/>
          </a:xfrm>
          <a:prstGeom prst="rect">
            <a:avLst/>
          </a:prstGeom>
          <a:noFill/>
          <a:ln>
            <a:noFill/>
          </a:ln>
        </p:spPr>
        <p:txBody>
          <a:bodyPr anchorCtr="0" anchor="t" bIns="216025" lIns="432050" spcFirstLastPara="1" rIns="432050" wrap="square" tIns="216025">
            <a:noAutofit/>
          </a:bodyPr>
          <a:lstStyle/>
          <a:p>
            <a:pPr indent="0" lvl="0" marL="0" marR="0" rtl="0" algn="just">
              <a:spcBef>
                <a:spcPts val="0"/>
              </a:spcBef>
              <a:spcAft>
                <a:spcPts val="0"/>
              </a:spcAft>
              <a:buClr>
                <a:schemeClr val="dk1"/>
              </a:buClr>
              <a:buSzPts val="6600"/>
              <a:buFont typeface="Arial"/>
              <a:buNone/>
            </a:pPr>
            <a:r>
              <a:rPr b="1" lang="pt-BR" sz="6600" u="none">
                <a:solidFill>
                  <a:schemeClr val="dk1"/>
                </a:solidFill>
                <a:latin typeface="Calibri"/>
                <a:ea typeface="Calibri"/>
                <a:cs typeface="Calibri"/>
                <a:sym typeface="Calibri"/>
              </a:rPr>
              <a:t>REFERÊNCIAS BIBLIOGRÁFICAS</a:t>
            </a:r>
            <a:endParaRPr/>
          </a:p>
          <a:p>
            <a:pPr indent="0" lvl="0" marL="0" marR="0" rtl="0" algn="l">
              <a:spcBef>
                <a:spcPts val="0"/>
              </a:spcBef>
              <a:spcAft>
                <a:spcPts val="0"/>
              </a:spcAft>
              <a:buClr>
                <a:schemeClr val="dk1"/>
              </a:buClr>
              <a:buSzPts val="3200"/>
              <a:buFont typeface="Arial"/>
              <a:buNone/>
            </a:pPr>
            <a:r>
              <a:rPr b="1" lang="pt-BR" sz="3200" u="none">
                <a:solidFill>
                  <a:schemeClr val="dk1"/>
                </a:solidFill>
                <a:latin typeface="Calibri"/>
                <a:ea typeface="Calibri"/>
                <a:cs typeface="Calibri"/>
                <a:sym typeface="Calibri"/>
              </a:rPr>
              <a:t>1. </a:t>
            </a:r>
            <a:r>
              <a:rPr b="1" lang="pt-BR" sz="3200">
                <a:solidFill>
                  <a:schemeClr val="dk1"/>
                </a:solidFill>
                <a:latin typeface="Calibri"/>
                <a:ea typeface="Calibri"/>
                <a:cs typeface="Calibri"/>
                <a:sym typeface="Calibri"/>
              </a:rPr>
              <a:t>CRAVO, Edilson. Lógica Fuzzy: o que é, como funciona e mais. Kalatec Blog, 31 jan. 2024. Disponível em: https://blog.kalatec.com.br/logica-fuzzy/ . Acesso em: 09 nov. 2025. Blog Kalatec. </a:t>
            </a:r>
            <a:endParaRPr b="1" sz="3200" u="non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3200"/>
              <a:buFont typeface="Arial"/>
              <a:buNone/>
            </a:pPr>
            <a:r>
              <a:rPr b="1" lang="pt-BR" sz="3200" u="none">
                <a:solidFill>
                  <a:schemeClr val="dk1"/>
                </a:solidFill>
                <a:latin typeface="Calibri"/>
                <a:ea typeface="Calibri"/>
                <a:cs typeface="Calibri"/>
                <a:sym typeface="Calibri"/>
              </a:rPr>
              <a:t>2</a:t>
            </a:r>
            <a:r>
              <a:rPr b="1" lang="pt-BR" sz="3200">
                <a:solidFill>
                  <a:schemeClr val="dk1"/>
                </a:solidFill>
                <a:latin typeface="Calibri"/>
                <a:ea typeface="Calibri"/>
                <a:cs typeface="Calibri"/>
                <a:sym typeface="Calibri"/>
              </a:rPr>
              <a:t>. </a:t>
            </a:r>
            <a:r>
              <a:rPr b="1" lang="pt-BR" sz="3200">
                <a:solidFill>
                  <a:schemeClr val="dk1"/>
                </a:solidFill>
                <a:latin typeface="Calibri"/>
                <a:ea typeface="Calibri"/>
                <a:cs typeface="Calibri"/>
                <a:sym typeface="Calibri"/>
              </a:rPr>
              <a:t>C</a:t>
            </a:r>
            <a:r>
              <a:rPr b="1" lang="pt-BR" sz="3200">
                <a:solidFill>
                  <a:schemeClr val="dk1"/>
                </a:solidFill>
                <a:latin typeface="Calibri"/>
                <a:ea typeface="Calibri"/>
                <a:cs typeface="Calibri"/>
                <a:sym typeface="Calibri"/>
              </a:rPr>
              <a:t>UNHA, Rhuan. Lógica Fuzzy: Conceito e Exemplo de Implementação em Python. Profes.com.br, 20 out. 2024. Disponível em: https://profes.com.br/rhuan_gonzaga_da_cunha/blog/logica-fuzzy-conceito-e-exemplo-de-implementacao-em-python . Acesso em: 09 nov. 2025.</a:t>
            </a:r>
            <a:endParaRPr b="1" sz="3200">
              <a:solidFill>
                <a:schemeClr val="dk1"/>
              </a:solidFill>
              <a:latin typeface="Calibri"/>
              <a:ea typeface="Calibri"/>
              <a:cs typeface="Calibri"/>
              <a:sym typeface="Calibri"/>
            </a:endParaRPr>
          </a:p>
        </p:txBody>
      </p:sp>
      <p:pic>
        <p:nvPicPr>
          <p:cNvPr descr="Diagrama&#10;&#10;O conteúdo gerado por IA pode estar incorreto." id="28" name="Google Shape;28;p1"/>
          <p:cNvPicPr preferRelativeResize="0"/>
          <p:nvPr/>
        </p:nvPicPr>
        <p:blipFill rotWithShape="1">
          <a:blip r:embed="rId3">
            <a:alphaModFix/>
          </a:blip>
          <a:srcRect b="0" l="0" r="0" t="0"/>
          <a:stretch/>
        </p:blipFill>
        <p:spPr>
          <a:xfrm>
            <a:off x="23891884" y="692779"/>
            <a:ext cx="7724775" cy="3553028"/>
          </a:xfrm>
          <a:prstGeom prst="rect">
            <a:avLst/>
          </a:prstGeom>
          <a:noFill/>
          <a:ln>
            <a:noFill/>
          </a:ln>
        </p:spPr>
      </p:pic>
      <p:pic>
        <p:nvPicPr>
          <p:cNvPr id="29" name="Google Shape;29;p1"/>
          <p:cNvPicPr preferRelativeResize="0"/>
          <p:nvPr/>
        </p:nvPicPr>
        <p:blipFill rotWithShape="1">
          <a:blip r:embed="rId4">
            <a:alphaModFix/>
          </a:blip>
          <a:srcRect b="0" l="0" r="0" t="0"/>
          <a:stretch/>
        </p:blipFill>
        <p:spPr>
          <a:xfrm>
            <a:off x="874034" y="1299271"/>
            <a:ext cx="10612836" cy="2368923"/>
          </a:xfrm>
          <a:prstGeom prst="rect">
            <a:avLst/>
          </a:prstGeom>
          <a:noFill/>
          <a:ln>
            <a:noFill/>
          </a:ln>
        </p:spPr>
      </p:pic>
      <p:pic>
        <p:nvPicPr>
          <p:cNvPr id="30" name="Google Shape;30;p1"/>
          <p:cNvPicPr preferRelativeResize="0"/>
          <p:nvPr/>
        </p:nvPicPr>
        <p:blipFill rotWithShape="1">
          <a:blip r:embed="rId5">
            <a:alphaModFix/>
          </a:blip>
          <a:srcRect b="0" l="15630" r="15244" t="0"/>
          <a:stretch/>
        </p:blipFill>
        <p:spPr>
          <a:xfrm>
            <a:off x="16579562" y="22083824"/>
            <a:ext cx="10612851" cy="7352727"/>
          </a:xfrm>
          <a:prstGeom prst="rect">
            <a:avLst/>
          </a:prstGeom>
          <a:noFill/>
          <a:ln>
            <a:noFill/>
          </a:ln>
        </p:spPr>
      </p:pic>
      <p:pic>
        <p:nvPicPr>
          <p:cNvPr descr="Interface gráfica do usuário, Aplicativo&#10;&#10;O conteúdo gerado por IA pode estar incorreto." id="31" name="Google Shape;31;p1"/>
          <p:cNvPicPr preferRelativeResize="0"/>
          <p:nvPr/>
        </p:nvPicPr>
        <p:blipFill rotWithShape="1">
          <a:blip r:embed="rId6">
            <a:alphaModFix/>
          </a:blip>
          <a:srcRect b="1205" l="1853" r="2084" t="0"/>
          <a:stretch/>
        </p:blipFill>
        <p:spPr>
          <a:xfrm>
            <a:off x="27651613" y="22083825"/>
            <a:ext cx="3415666" cy="7352726"/>
          </a:xfrm>
          <a:prstGeom prst="rect">
            <a:avLst/>
          </a:prstGeom>
          <a:noFill/>
          <a:ln>
            <a:noFill/>
          </a:ln>
        </p:spPr>
      </p:pic>
      <p:pic>
        <p:nvPicPr>
          <p:cNvPr id="32" name="Google Shape;32;p1"/>
          <p:cNvPicPr preferRelativeResize="0"/>
          <p:nvPr/>
        </p:nvPicPr>
        <p:blipFill>
          <a:blip r:embed="rId7">
            <a:alphaModFix/>
          </a:blip>
          <a:stretch>
            <a:fillRect/>
          </a:stretch>
        </p:blipFill>
        <p:spPr>
          <a:xfrm>
            <a:off x="16202025" y="10900927"/>
            <a:ext cx="7587632" cy="4523688"/>
          </a:xfrm>
          <a:prstGeom prst="rect">
            <a:avLst/>
          </a:prstGeom>
          <a:noFill/>
          <a:ln>
            <a:noFill/>
          </a:ln>
        </p:spPr>
      </p:pic>
      <p:pic>
        <p:nvPicPr>
          <p:cNvPr id="33" name="Google Shape;33;p1"/>
          <p:cNvPicPr preferRelativeResize="0"/>
          <p:nvPr/>
        </p:nvPicPr>
        <p:blipFill>
          <a:blip r:embed="rId8">
            <a:alphaModFix/>
          </a:blip>
          <a:stretch>
            <a:fillRect/>
          </a:stretch>
        </p:blipFill>
        <p:spPr>
          <a:xfrm>
            <a:off x="24314619" y="10900913"/>
            <a:ext cx="7464007" cy="4523689"/>
          </a:xfrm>
          <a:prstGeom prst="rect">
            <a:avLst/>
          </a:prstGeom>
          <a:solidFill>
            <a:schemeClr val="lt1"/>
          </a:solidFill>
          <a:ln>
            <a:noFill/>
          </a:ln>
        </p:spPr>
      </p:pic>
      <p:pic>
        <p:nvPicPr>
          <p:cNvPr id="34" name="Google Shape;34;p1"/>
          <p:cNvPicPr preferRelativeResize="0"/>
          <p:nvPr/>
        </p:nvPicPr>
        <p:blipFill>
          <a:blip r:embed="rId9">
            <a:alphaModFix/>
          </a:blip>
          <a:stretch>
            <a:fillRect/>
          </a:stretch>
        </p:blipFill>
        <p:spPr>
          <a:xfrm>
            <a:off x="16211431" y="15941723"/>
            <a:ext cx="7464007" cy="4523689"/>
          </a:xfrm>
          <a:prstGeom prst="rect">
            <a:avLst/>
          </a:prstGeom>
          <a:noFill/>
          <a:ln>
            <a:noFill/>
          </a:ln>
        </p:spPr>
      </p:pic>
      <p:pic>
        <p:nvPicPr>
          <p:cNvPr id="35" name="Google Shape;35;p1"/>
          <p:cNvPicPr preferRelativeResize="0"/>
          <p:nvPr/>
        </p:nvPicPr>
        <p:blipFill>
          <a:blip r:embed="rId10">
            <a:alphaModFix/>
          </a:blip>
          <a:stretch>
            <a:fillRect/>
          </a:stretch>
        </p:blipFill>
        <p:spPr>
          <a:xfrm>
            <a:off x="24305919" y="15948606"/>
            <a:ext cx="7464007" cy="45236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Escritório">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